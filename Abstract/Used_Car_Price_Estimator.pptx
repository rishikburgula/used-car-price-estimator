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04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463040"/>
            <a:ext cx="5943600" cy="5943600"/>
          </a:xfrm>
          <a:prstGeom prst="ellipse">
            <a:avLst/>
          </a:prstGeom>
          <a:ln w="31750">
            <a:solidFill>
              <a:srgbClr val="3E4C5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822960"/>
            <a:ext cx="4663440" cy="4663440"/>
          </a:xfrm>
          <a:prstGeom prst="ellipse">
            <a:avLst/>
          </a:prstGeom>
          <a:ln w="31750">
            <a:solidFill>
              <a:srgbClr val="F2622E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2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Car Price Estimator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fair market value of pre-owned vehicles using regression-based machine learning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1280160" cy="0"/>
          </a:xfrm>
          <a:prstGeom prst="line">
            <a:avLst/>
          </a:prstGeom>
          <a:noFill/>
          <a:ln w="38100">
            <a:solidFill>
              <a:srgbClr val="F26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Scikit-learn  •  Pandas  •  Flask/Streamlit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8462E-2C9C-9997-28E1-FA53426A4EDA}"/>
              </a:ext>
            </a:extLst>
          </p:cNvPr>
          <p:cNvSpPr txBox="1"/>
          <p:nvPr/>
        </p:nvSpPr>
        <p:spPr>
          <a:xfrm>
            <a:off x="6763266" y="4646140"/>
            <a:ext cx="44649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B Rishik         2520030314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Rohan V        2520030558</a:t>
            </a:r>
          </a:p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M </a:t>
            </a:r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Nityay</a:t>
            </a:r>
            <a:r>
              <a:rPr lang="en-US" sz="2400">
                <a:solidFill>
                  <a:schemeClr val="accent2">
                    <a:lumMod val="75000"/>
                  </a:schemeClr>
                </a:solidFill>
              </a:rPr>
              <a:t>      2520030618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5BE85F-E887-FDAF-BF6B-7B7A3D0BC2EC}"/>
              </a:ext>
            </a:extLst>
          </p:cNvPr>
          <p:cNvSpPr txBox="1"/>
          <p:nvPr/>
        </p:nvSpPr>
        <p:spPr>
          <a:xfrm>
            <a:off x="700217" y="5090984"/>
            <a:ext cx="4382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Under the guidance of</a:t>
            </a: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Dr GS Raghavendra Sir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78992"/>
            <a:ext cx="822960" cy="54864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4922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3A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used car market suffers from inconsistent and often subjective pricing, leaving buyers and sellers unsure of a vehicle's fair value. 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3A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 learning system that estimates the resale price of a used car from attributes such as brand, model, manufacturing year, mileage, fuel type, and ownership history.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listings are cleaned, engineered into features, and used to train regression models, which are then served through a simple web interface for instant price predictions.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51960" cy="4480560"/>
          </a:xfrm>
          <a:prstGeom prst="roundRect">
            <a:avLst>
              <a:gd name="adj" fmla="val 2581"/>
            </a:avLst>
          </a:prstGeom>
          <a:solidFill>
            <a:srgbClr val="23262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0" y="2203704"/>
            <a:ext cx="91440" cy="9144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8" name="Text 6"/>
          <p:cNvSpPr/>
          <p:nvPr/>
        </p:nvSpPr>
        <p:spPr>
          <a:xfrm>
            <a:off x="7909560" y="2075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09560" y="2350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80960" y="3044952"/>
            <a:ext cx="91440" cy="9144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9169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09560" y="31912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specs &amp; usage history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80960" y="3886200"/>
            <a:ext cx="91440" cy="9144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4" name="Text 12"/>
          <p:cNvSpPr/>
          <p:nvPr/>
        </p:nvSpPr>
        <p:spPr>
          <a:xfrm>
            <a:off x="7909560" y="3758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09560" y="4032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resale price (₹ / $)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4727448"/>
            <a:ext cx="91440" cy="9144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7" name="Text 15"/>
          <p:cNvSpPr/>
          <p:nvPr/>
        </p:nvSpPr>
        <p:spPr>
          <a:xfrm>
            <a:off x="7909560" y="45994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09560" y="4873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(Flask / Streamlit)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Estimator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78992"/>
            <a:ext cx="822960" cy="54864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A3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 used car is hard to get right — value depends on many interacting factors, and manual or rule-of-thumb pricing is inconsistent and easy to exploit.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326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valuation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overprice and buyers underbid, since there is no consistent, data-driven reference price.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0332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3262B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0332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mileage, brand, fuel type, transmission and accident history interact non-linearly with price.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1488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32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2940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appraisal is slow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or expert appraisal takes time, costs money, and doesn't scale to online marketplaces.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0" y="2148840"/>
            <a:ext cx="2697480" cy="31089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55480" y="2423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32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555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55480" y="31089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fraud / mispricing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5548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can be misled by inflated listings; sellers may unknowingly undersell their vehicle.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Estimator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78992"/>
            <a:ext cx="822960" cy="54864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6776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cleaning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used-car listing datasets; handle missing values, duplicates and outliers.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636776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36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56362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40880" y="1947672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car age, mileage/year ratio, and encode brand, fuel &amp; transmission type.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3580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255264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1821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Linear Regression, Random Forest and Gradient Boosting models.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35808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3255264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318211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prediction API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40880" y="35661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the trained model behind a REST endpoint for real-time price queries.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873752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UI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417320" y="51846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where a user enters car details and instantly sees an estimated price.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654296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873752"/>
            <a:ext cx="457200" cy="457200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40880" y="48006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dashboard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040880" y="5184648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accuracy metrics (R², MAE, RMSE) and feature importance for transparency.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Estimator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78992"/>
            <a:ext cx="822960" cy="54864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3E4C5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2606040" cy="548640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&amp; 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459736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3026664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8712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" y="3593592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38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10712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3E4C59"/>
          </a:solidFill>
          <a:ln/>
        </p:spPr>
      </p:sp>
      <p:sp>
        <p:nvSpPr>
          <p:cNvPr id="14" name="Shape 12"/>
          <p:cNvSpPr/>
          <p:nvPr/>
        </p:nvSpPr>
        <p:spPr>
          <a:xfrm>
            <a:off x="3410712" y="1600200"/>
            <a:ext cx="2606040" cy="548640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15" name="Text 13"/>
          <p:cNvSpPr/>
          <p:nvPr/>
        </p:nvSpPr>
        <p:spPr>
          <a:xfrm>
            <a:off x="3410712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66744" y="2459736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7" name="Text 15"/>
          <p:cNvSpPr/>
          <p:nvPr/>
        </p:nvSpPr>
        <p:spPr>
          <a:xfrm>
            <a:off x="3867912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66744" y="3026664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9" name="Text 17"/>
          <p:cNvSpPr/>
          <p:nvPr/>
        </p:nvSpPr>
        <p:spPr>
          <a:xfrm>
            <a:off x="3867912" y="28712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66744" y="3593592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21" name="Text 19"/>
          <p:cNvSpPr/>
          <p:nvPr/>
        </p:nvSpPr>
        <p:spPr>
          <a:xfrm>
            <a:off x="3867912" y="3438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 (model export)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2784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3E4C59"/>
          </a:solidFill>
          <a:ln/>
        </p:spPr>
      </p:sp>
      <p:sp>
        <p:nvSpPr>
          <p:cNvPr id="23" name="Shape 21"/>
          <p:cNvSpPr/>
          <p:nvPr/>
        </p:nvSpPr>
        <p:spPr>
          <a:xfrm>
            <a:off x="6272784" y="1600200"/>
            <a:ext cx="2606040" cy="548640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28816" y="2459736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26" name="Text 24"/>
          <p:cNvSpPr/>
          <p:nvPr/>
        </p:nvSpPr>
        <p:spPr>
          <a:xfrm>
            <a:off x="6729984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28816" y="3026664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28" name="Text 26"/>
          <p:cNvSpPr/>
          <p:nvPr/>
        </p:nvSpPr>
        <p:spPr>
          <a:xfrm>
            <a:off x="6729984" y="28712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28816" y="3593592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30" name="Text 28"/>
          <p:cNvSpPr/>
          <p:nvPr/>
        </p:nvSpPr>
        <p:spPr>
          <a:xfrm>
            <a:off x="6729984" y="3438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34856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3E4C59"/>
          </a:solidFill>
          <a:ln/>
        </p:spPr>
      </p:sp>
      <p:sp>
        <p:nvSpPr>
          <p:cNvPr id="32" name="Shape 30"/>
          <p:cNvSpPr/>
          <p:nvPr/>
        </p:nvSpPr>
        <p:spPr>
          <a:xfrm>
            <a:off x="9134856" y="1600200"/>
            <a:ext cx="2606040" cy="548640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33" name="Text 31"/>
          <p:cNvSpPr/>
          <p:nvPr/>
        </p:nvSpPr>
        <p:spPr>
          <a:xfrm>
            <a:off x="9134856" y="16002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390888" y="2459736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35" name="Text 33"/>
          <p:cNvSpPr/>
          <p:nvPr/>
        </p:nvSpPr>
        <p:spPr>
          <a:xfrm>
            <a:off x="9592056" y="2304288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390888" y="3026664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37" name="Text 35"/>
          <p:cNvSpPr/>
          <p:nvPr/>
        </p:nvSpPr>
        <p:spPr>
          <a:xfrm>
            <a:off x="9592056" y="2871216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390888" y="3593592"/>
            <a:ext cx="73152" cy="73152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39" name="Text 37"/>
          <p:cNvSpPr/>
          <p:nvPr/>
        </p:nvSpPr>
        <p:spPr>
          <a:xfrm>
            <a:off x="9592056" y="3438144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Estimator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3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76072" y="1078992"/>
            <a:ext cx="822960" cy="54864"/>
          </a:xfrm>
          <a:prstGeom prst="rect">
            <a:avLst/>
          </a:prstGeom>
          <a:solidFill>
            <a:srgbClr val="F262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85%+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3591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prediction accuracy (R² score) on held-out test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26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40507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from input to predicted price via the web app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7452360" cy="4343400"/>
          </a:xfrm>
          <a:prstGeom prst="roundRect">
            <a:avLst>
              <a:gd name="adj" fmla="val 2526"/>
            </a:avLst>
          </a:prstGeom>
          <a:solidFill>
            <a:srgbClr val="23262B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810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26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PROJECT DELIVERS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2331720"/>
            <a:ext cx="109728" cy="109728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176272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regression model that reliably estimates used-car resale value from key attributes.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80560" y="3044952"/>
            <a:ext cx="109728" cy="109728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2889504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web application where users input car details and receive an instant price estimate.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80560" y="3758184"/>
            <a:ext cx="109728" cy="109728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5" name="Text 13"/>
          <p:cNvSpPr/>
          <p:nvPr/>
        </p:nvSpPr>
        <p:spPr>
          <a:xfrm>
            <a:off x="4736592" y="3602736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insight into which factors (age, mileage, brand) most influence price, via feature importance.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80560" y="4471416"/>
            <a:ext cx="109728" cy="109728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4315968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pipeline — new listing data can be plugged in to retrain and improve the model.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5184648"/>
            <a:ext cx="109728" cy="109728"/>
          </a:xfrm>
          <a:prstGeom prst="ellipse">
            <a:avLst/>
          </a:prstGeom>
          <a:solidFill>
            <a:srgbClr val="F2622E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5029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8DE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reference tool that helps buyers and sellers negotiate fairer, data-backed prices.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Estimator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582</Words>
  <Application>Microsoft Office PowerPoint</Application>
  <PresentationFormat>Widescreen</PresentationFormat>
  <Paragraphs>99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Rishik Burgula</cp:lastModifiedBy>
  <cp:revision>3</cp:revision>
  <dcterms:created xsi:type="dcterms:W3CDTF">2026-09-12T06:47:10Z</dcterms:created>
  <dcterms:modified xsi:type="dcterms:W3CDTF">2026-09-12T06:56:08Z</dcterms:modified>
</cp:coreProperties>
</file>